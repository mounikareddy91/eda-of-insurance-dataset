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6386-3829-883B-2056-F427452BB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7E0A8-4278-4414-3CF1-80638927A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ABBAB-FBA7-F0E0-50D7-7D564664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04A52-6B23-4F96-95A7-2E2D36FE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D587A-7B8D-6D71-D459-18240FF9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655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AD0DE-F3D9-1377-7E8B-280E7B9F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4C64A-A22D-4939-A04F-475C2072A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B7AF1-EE6D-F218-8E83-55D0A670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EACD3-72F4-EFFB-A797-6AE9675C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75458-FC12-C58D-D305-79893CA7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93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E232-7004-72C3-64E4-95120F59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C3A4F-2B5B-D761-2317-D4FC81BBC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F5708-639A-CB2D-F215-A15F1655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322E8-4B93-90AC-58C6-DD9259BE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44C68-252F-58B1-7696-6BC1AF1D9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233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4ABA-50C8-DBE0-D139-CD93AE08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6CBA3-AD5D-8860-7841-FE3F1097D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089BD-752F-96E0-BE67-71FE03034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97F7C-C36B-87DA-AF2C-59561309B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FB78B-20CD-29A6-EFD1-2A01D066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9C1EE-BEEC-EEB0-3FF4-188FBC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1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3EC3E-CC36-3A9E-D741-EC047391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228F8-1327-6FD6-1FE0-C52C58346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15CF2-2839-D50D-1F06-5DDEB57A9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96E424-8CBA-E3B6-1845-8433DECA3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65CED-E0D3-8F90-4209-4AE8B2953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84D66-B642-A596-37EC-09224827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037E6-D994-BC6B-6039-AEEBA36F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47E9A-0413-38FC-6803-25CAA2E5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08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366C-E9E3-5329-EEEE-01CACA57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883FE1-467D-6D89-7C2C-0B5DF72E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A54B8-7FB0-103A-553B-2AB4C221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352E9-F3E8-19AD-DD94-629D6A5C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66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AB2F1-5431-9F81-8532-0ADA31B64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1CB61-20E4-E80E-2564-086F0AA1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44F3B-F678-E6EC-59FC-8D3EA82E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40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0979-9596-2061-5756-938BBA5E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5A8A-7927-BFD2-4321-13D3939F7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01D45-F526-700F-6330-06A922BE1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908E7-26CF-389E-DA9E-E1D357EC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6C4F2-0BB4-D934-93DE-A7123F62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9A411-A6C2-A3C7-CCAF-820DD315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88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D769-9A22-69F7-9731-F64F6EB4B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AB38A-3CF6-FEF6-B624-5D6D24A9F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3DDA2-5346-5C29-BBBC-B85794276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46D6C-8D17-A275-2F02-B32BB8DE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2AA87-47A0-5240-2296-2841678C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84F5A-8E31-DFA4-783A-054CD335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05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1031-A615-AAF1-9081-4D6C3F4D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C8861-F18B-CF32-6853-403A91084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59ADF-84F9-CCC8-B450-D45CB1E7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82C16-ED47-2BA7-9492-2A696C89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84524-886B-5F74-6A00-4E64A0C2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BAA08-1C4E-97D3-E681-0BCB46653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47DA1-D1BE-FFF0-625A-138006D0B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0C101-337D-756C-BAE0-D623719B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02D1B-E831-63A1-D417-23726808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8C506-C0E3-8047-25A5-BCB50724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14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5104DE-7193-F19E-A43F-E56E15E1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3534A-E4CD-CC36-0F07-DD60B9CE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8CE68-88B8-A2CA-DEBD-6E13FAA33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D5298-1384-4DA4-B38C-863D2FCFE14B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73422-E316-E3B7-C9CE-CFCB72370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1C9B8-2329-3E4F-5BD8-59121DCB8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8007D-6901-4AA6-8F8F-65C30BC20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3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432B-B4E5-6AA0-22CA-29BB6A242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4999" y="2027827"/>
            <a:ext cx="8210551" cy="130032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Exploratory Data Analysis of </a:t>
            </a:r>
            <a:br>
              <a:rPr lang="en-US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Insurance Dataset</a:t>
            </a:r>
            <a:endParaRPr lang="en-IN" sz="4000" b="1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7A354-E85E-17E2-0520-5E8620263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0369" y="3714750"/>
            <a:ext cx="2794656" cy="2175154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/>
            <a:r>
              <a:rPr lang="en-US" sz="2000" b="1" dirty="0">
                <a:latin typeface="Garamond" panose="02020404030301010803" pitchFamily="18" charset="0"/>
              </a:rPr>
              <a:t>Mounika</a:t>
            </a:r>
          </a:p>
          <a:p>
            <a:pPr algn="l"/>
            <a:r>
              <a:rPr lang="en-US" sz="2000" b="1" dirty="0">
                <a:latin typeface="Garamond" panose="02020404030301010803" pitchFamily="18" charset="0"/>
              </a:rPr>
              <a:t>Data Analyst Intern</a:t>
            </a:r>
          </a:p>
          <a:p>
            <a:pPr algn="l"/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</a:t>
            </a:r>
            <a:r>
              <a:rPr lang="en-US" sz="2000" b="1" dirty="0">
                <a:latin typeface="Garamond" panose="02020404030301010803" pitchFamily="18" charset="0"/>
              </a:rPr>
              <a:t>:</a:t>
            </a:r>
          </a:p>
          <a:p>
            <a:pPr algn="l"/>
            <a:r>
              <a:rPr lang="en-US" sz="2000" b="1" dirty="0">
                <a:latin typeface="Garamond" panose="02020404030301010803" pitchFamily="18" charset="0"/>
              </a:rPr>
              <a:t>RAPAKA MANOJ KUMAR</a:t>
            </a:r>
          </a:p>
          <a:p>
            <a:pPr algn="l"/>
            <a:endParaRPr lang="en-IN" sz="2000" b="1" dirty="0">
              <a:latin typeface="Garamond" panose="020204040303010108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7903D-AEA2-A1A0-8D01-7377C1BDA5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485775"/>
            <a:ext cx="23336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8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C2AE50-F81D-DE09-1915-C5F4B2C33BD5}"/>
              </a:ext>
            </a:extLst>
          </p:cNvPr>
          <p:cNvSpPr txBox="1"/>
          <p:nvPr/>
        </p:nvSpPr>
        <p:spPr>
          <a:xfrm>
            <a:off x="200025" y="1155264"/>
            <a:ext cx="8305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Insurance dataset contains information about individuals and their medical insurance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1338 records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variables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both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and categorical data types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used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prediction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target variable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charges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9F8FB-ECE0-F19C-AF94-F1F10B6C326F}"/>
              </a:ext>
            </a:extLst>
          </p:cNvPr>
          <p:cNvSpPr txBox="1"/>
          <p:nvPr/>
        </p:nvSpPr>
        <p:spPr>
          <a:xfrm>
            <a:off x="3267074" y="240864"/>
            <a:ext cx="5019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13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4ED1-61D4-8F31-F6A1-8AFAE2EA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Columns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5F22D-CD94-EDEE-14C6-32D166F4C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62" y="1850003"/>
            <a:ext cx="3153697" cy="2082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2D0816-3169-BDFA-D90D-93482A921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968" y="1850003"/>
            <a:ext cx="3034063" cy="2082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4C1EA-3EF8-260A-6780-FC6B39015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737" y="1850003"/>
            <a:ext cx="3034063" cy="2082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A853C1-E3D2-D17D-E355-78BC8C6BE5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8969" y="4355690"/>
            <a:ext cx="3034062" cy="195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35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ED9A4-0F80-F7E6-3C64-5465B2BE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Columns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E881E-A681-4B32-9DD5-10E17A6AF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08675"/>
            <a:ext cx="4284406" cy="2173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D68115-0A14-33C2-6DCA-210CC0068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222" y="1813420"/>
            <a:ext cx="4028481" cy="21686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193D11-2A82-BD16-0F52-4F73D2CAF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0556" y="4389284"/>
            <a:ext cx="4597366" cy="223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421A2-140E-D292-E533-2E8C6CD07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19" y="1034254"/>
            <a:ext cx="4854361" cy="37036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A54C7B-F9D6-01E2-B465-BB538463ABD2}"/>
              </a:ext>
            </a:extLst>
          </p:cNvPr>
          <p:cNvSpPr txBox="1"/>
          <p:nvPr/>
        </p:nvSpPr>
        <p:spPr>
          <a:xfrm>
            <a:off x="5419725" y="747849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1,338 total records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ranges from 18 to 64 years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age is around 39 years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individuals fall in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to middle-aged group (25–50 years)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charges generally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as age increases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after middle age.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CBED6-3676-8C64-154B-4F8D54569542}"/>
              </a:ext>
            </a:extLst>
          </p:cNvPr>
          <p:cNvSpPr txBox="1"/>
          <p:nvPr/>
        </p:nvSpPr>
        <p:spPr>
          <a:xfrm>
            <a:off x="2971799" y="205579"/>
            <a:ext cx="5800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and Age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61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A14A7D-07EA-2563-76CD-95FA5E50C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38" y="952340"/>
            <a:ext cx="4877223" cy="3696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C2D46C-5AF9-491F-C11D-00EC2B898247}"/>
              </a:ext>
            </a:extLst>
          </p:cNvPr>
          <p:cNvSpPr txBox="1"/>
          <p:nvPr/>
        </p:nvSpPr>
        <p:spPr>
          <a:xfrm>
            <a:off x="3934036" y="247490"/>
            <a:ext cx="3819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and BMI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067663F-02BA-C3DA-9939-E74D747AA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5" y="1076165"/>
            <a:ext cx="62388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BMI values mostly lie between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25–35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Majority of people are in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overweight range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high BMI values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common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Extreme BMI may lead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insurance costs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59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EE55F-28E7-F064-1A50-6BBD3634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583" y="159303"/>
            <a:ext cx="3992217" cy="58903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and Charges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79F026-667C-65B4-7F6D-5232FC61B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44" y="815010"/>
            <a:ext cx="4151243" cy="31968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C7882F-63EE-BB12-7B55-BB5B2FFEFD8B}"/>
              </a:ext>
            </a:extLst>
          </p:cNvPr>
          <p:cNvSpPr txBox="1"/>
          <p:nvPr/>
        </p:nvSpPr>
        <p:spPr>
          <a:xfrm>
            <a:off x="4967080" y="616503"/>
            <a:ext cx="688367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charges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as age increases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Younger ages show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and more stable charges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age groups have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charges with more variation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age and insurance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risks and medical needs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with 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increasing costs</a:t>
            </a:r>
          </a:p>
        </p:txBody>
      </p:sp>
    </p:spTree>
    <p:extLst>
      <p:ext uri="{BB962C8B-B14F-4D97-AF65-F5344CB8AC3E}">
        <p14:creationId xmlns:p14="http://schemas.microsoft.com/office/powerpoint/2010/main" val="81024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BF6B-A801-E623-45B8-1EF6BD5B2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54287" cy="499579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and Charges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1C11B-E0EA-A125-6BD9-8BDA6FDB8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03408"/>
            <a:ext cx="4999153" cy="3856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59E0DD-2A6C-8F73-882B-6E79AA278C7A}"/>
              </a:ext>
            </a:extLst>
          </p:cNvPr>
          <p:cNvSpPr txBox="1"/>
          <p:nvPr/>
        </p:nvSpPr>
        <p:spPr>
          <a:xfrm>
            <a:off x="5205617" y="713979"/>
            <a:ext cx="67412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charges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as BMI increases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BMI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tend to have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healthcare costs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lower BMI values, charges are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concentrated and lower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BMI shows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variation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relationship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BMI and insurance charges</a:t>
            </a:r>
          </a:p>
        </p:txBody>
      </p:sp>
    </p:spTree>
    <p:extLst>
      <p:ext uri="{BB962C8B-B14F-4D97-AF65-F5344CB8AC3E}">
        <p14:creationId xmlns:p14="http://schemas.microsoft.com/office/powerpoint/2010/main" val="150186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C287-4540-CE8F-1FCF-DF8351205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020" y="68465"/>
            <a:ext cx="5343525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and Charges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CD03E-8D64-27FC-96A1-A38C5F774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72" y="1890181"/>
            <a:ext cx="5014395" cy="3673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E66E9B-E90C-BBA8-9E34-BE91BF81B4E3}"/>
              </a:ext>
            </a:extLst>
          </p:cNvPr>
          <p:cNvSpPr txBox="1"/>
          <p:nvPr/>
        </p:nvSpPr>
        <p:spPr>
          <a:xfrm>
            <a:off x="5532783" y="731247"/>
            <a:ext cx="648279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 plot compares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charges between males and females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charges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sexes are relatively similar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Males show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wider spread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very high medical costs in both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 alone has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impact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charges compared to factors like age or smoking</a:t>
            </a:r>
          </a:p>
        </p:txBody>
      </p:sp>
    </p:spTree>
    <p:extLst>
      <p:ext uri="{BB962C8B-B14F-4D97-AF65-F5344CB8AC3E}">
        <p14:creationId xmlns:p14="http://schemas.microsoft.com/office/powerpoint/2010/main" val="3467974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E881-072F-6A50-4CEB-4ABB84816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450" y="165101"/>
            <a:ext cx="4926496" cy="45204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Smoker and Charges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8A22A-63F2-1C17-0BF4-8157534D6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66255"/>
            <a:ext cx="5006774" cy="3673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1E2A3F-923C-7009-0C76-19CF8106A781}"/>
              </a:ext>
            </a:extLst>
          </p:cNvPr>
          <p:cNvSpPr txBox="1"/>
          <p:nvPr/>
        </p:nvSpPr>
        <p:spPr>
          <a:xfrm>
            <a:off x="5391977" y="257773"/>
            <a:ext cx="690024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Smokers have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higher medical charges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non-smokers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Non-smokers’ charges are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lower and more concentrated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Smoking shows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impact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insurance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Smokers also show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variation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smoking is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risk factor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affecting medical expenses</a:t>
            </a:r>
          </a:p>
        </p:txBody>
      </p:sp>
    </p:spTree>
    <p:extLst>
      <p:ext uri="{BB962C8B-B14F-4D97-AF65-F5344CB8AC3E}">
        <p14:creationId xmlns:p14="http://schemas.microsoft.com/office/powerpoint/2010/main" val="3922705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E2D1A-637E-D6DF-B04E-2C37C32E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75" y="211345"/>
            <a:ext cx="10515600" cy="410126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and Charges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ECACF-A889-10B6-035E-FFBB7E08C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6500"/>
            <a:ext cx="4976291" cy="3673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D7E7C4-0BA0-C0AC-6762-A43E58AA3343}"/>
              </a:ext>
            </a:extLst>
          </p:cNvPr>
          <p:cNvSpPr txBox="1"/>
          <p:nvPr/>
        </p:nvSpPr>
        <p:spPr>
          <a:xfrm>
            <a:off x="5409884" y="272360"/>
            <a:ext cx="65729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charges are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across all regions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region shows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highest charges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 widely within each region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 indicates region alone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strongly affect charges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factors (age, BMI, smoking)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charges more than region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8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185D-C658-EC7C-DF4B-12EA6E8BB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700" y="336550"/>
            <a:ext cx="2638425" cy="68262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0775FA-4647-891A-C0E4-EC9E2658F6CE}"/>
              </a:ext>
            </a:extLst>
          </p:cNvPr>
          <p:cNvSpPr txBox="1"/>
          <p:nvPr/>
        </p:nvSpPr>
        <p:spPr>
          <a:xfrm>
            <a:off x="6715125" y="3581400"/>
            <a:ext cx="234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5F775-0C81-B4B1-E4CC-74A510467ADD}"/>
              </a:ext>
            </a:extLst>
          </p:cNvPr>
          <p:cNvSpPr txBox="1"/>
          <p:nvPr/>
        </p:nvSpPr>
        <p:spPr>
          <a:xfrm>
            <a:off x="657225" y="1166842"/>
            <a:ext cx="8029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individuals fall in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overweight BMI range (25–35)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BMI values are rare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present.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values are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around the average (~30)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BMI is linked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insurance charges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Underweight cases are very few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shows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right skew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83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7A9E45-8C30-54AD-2F00-F705E3A0D00C}"/>
              </a:ext>
            </a:extLst>
          </p:cNvPr>
          <p:cNvSpPr txBox="1"/>
          <p:nvPr/>
        </p:nvSpPr>
        <p:spPr>
          <a:xfrm>
            <a:off x="238125" y="1012954"/>
            <a:ext cx="10820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higher premiums for smokers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 incentives for quitting smoking.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age-based pricing slabs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better reflect increasing medical risk with 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wellness programs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customers with high BMI to reduce long-term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family plans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customers with children to improve affordability.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less on gender-based pricing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it has minimal impact on charges.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steps can help optimize pricing, reduce claims, and promote healthier customers.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431FF05-BF74-D6BD-2403-6D6ED65AF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0" y="239801"/>
            <a:ext cx="4581525" cy="8824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683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7C0D8-C041-6260-66D6-7A9CE6973D88}"/>
              </a:ext>
            </a:extLst>
          </p:cNvPr>
          <p:cNvSpPr txBox="1"/>
          <p:nvPr/>
        </p:nvSpPr>
        <p:spPr>
          <a:xfrm>
            <a:off x="190500" y="1384875"/>
            <a:ext cx="106203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Smoking is the primary factor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driving high insurance charges.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and BMI significantly influence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insurance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and region have minimal impact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charges.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children has a small effect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insurance expenses.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and health factors matter more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demographic factors.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7BD8-70B1-5348-92B8-91135D39E389}"/>
              </a:ext>
            </a:extLst>
          </p:cNvPr>
          <p:cNvSpPr txBox="1"/>
          <p:nvPr/>
        </p:nvSpPr>
        <p:spPr>
          <a:xfrm>
            <a:off x="4152899" y="438150"/>
            <a:ext cx="2943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853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D99B8-58BC-0AC1-99BF-EC203FD6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075" y="2536825"/>
            <a:ext cx="4972050" cy="1325563"/>
          </a:xfrm>
        </p:spPr>
        <p:txBody>
          <a:bodyPr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Thank You</a:t>
            </a:r>
            <a:endParaRPr lang="en-IN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07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597</Words>
  <Application>Microsoft Office PowerPoint</Application>
  <PresentationFormat>Widescreen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Garamond</vt:lpstr>
      <vt:lpstr>Times New Roman</vt:lpstr>
      <vt:lpstr>Office Theme</vt:lpstr>
      <vt:lpstr>Exploratory Data Analysis of  Insurance Dataset</vt:lpstr>
      <vt:lpstr>PowerPoint Presentation</vt:lpstr>
      <vt:lpstr>Data Overview Numerical Columns</vt:lpstr>
      <vt:lpstr>Data Overview Categorical Columns</vt:lpstr>
      <vt:lpstr>PowerPoint Presentation</vt:lpstr>
      <vt:lpstr>PowerPoint Presentation</vt:lpstr>
      <vt:lpstr>Age and Charges</vt:lpstr>
      <vt:lpstr>BMI and Charges</vt:lpstr>
      <vt:lpstr>Gender and Charges</vt:lpstr>
      <vt:lpstr>Smoker and Charges</vt:lpstr>
      <vt:lpstr>Region and Charges</vt:lpstr>
      <vt:lpstr>Insights</vt:lpstr>
      <vt:lpstr>Recommendations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RUPESH REDDY</dc:creator>
  <cp:lastModifiedBy>RUPESH REDDY</cp:lastModifiedBy>
  <cp:revision>2</cp:revision>
  <dcterms:created xsi:type="dcterms:W3CDTF">2025-12-29T12:33:08Z</dcterms:created>
  <dcterms:modified xsi:type="dcterms:W3CDTF">2025-12-31T07:14:58Z</dcterms:modified>
</cp:coreProperties>
</file>